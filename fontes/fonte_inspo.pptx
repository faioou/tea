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9A47-D32F-EBE9-8F38-F84F404CC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DFD9C-EFDD-EA5A-D248-0B090299B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64130-2AA0-DCFB-DF35-3FBF5E9C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6E86F-32FB-BAD5-90E2-DF579A2B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AAF2D-A4EA-EBB8-7D2D-E8BD18F5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9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BD9D-0C20-56A4-6292-55F1F472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85267-CCB9-60E6-1062-C26F7F4E8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1AEB8-9CCC-4E43-0FEB-AEA1BD65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704DD-FD54-F563-9671-D6886006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91CC4-45A0-92D3-58B9-F34B8603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1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3561-D253-B043-00CF-D65B2FE0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B109F-9F0A-19AD-ED3A-6B0E36DEB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F2885-B79E-5BD0-3205-E1B18F848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B81DA-9CB2-C985-231C-DBFEE285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2EB24-F965-1647-E4DC-F10BF726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4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3503E-4DD5-810D-05EB-899747FB5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E47F2-6B3C-A2E6-00FD-4871BEBCE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0A298-D1E4-7376-90E2-1CE29D50E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E81F1-3041-F694-DCBA-AE80FB1D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74F54-477F-F2DC-C657-6CB8E6B8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960B2-46FF-E2F9-3881-D1B3810F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9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2D7B-976A-70B3-1C8F-5BCCF937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70ED1-BE4D-A4B6-7072-27C91D86E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4C388-E57A-8775-4E4C-533462489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D0847-5D5D-96BE-4498-06D2C0AA9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0A446-9CFD-DDFD-492E-F2060CDC0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C1C14-3961-C18A-79DB-67F94471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D8F37-DA5D-F7D9-742C-FCD81941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21BE0-915C-B796-2149-5FF7918A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6062-5F5B-D536-35BC-22C53ADE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494B2-AE99-596A-83C3-1BEED47F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ACCA0-FBAB-0670-E1EF-62514D4D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FED50-2176-80A5-18C6-61FD2769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1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26312-EB2C-935B-8843-48768447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C5B62-CE46-DECB-2C6F-37933BBC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E559-9C8B-3E1F-14E9-14586335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BEE0-5C4B-2C9D-88DB-078FA475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F8B8-BE4C-AAD9-5BCD-308FAEC7E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FF96C-8EEE-8E62-F00B-2DD199915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6013E-E938-99A9-8116-CAD8C0CA8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52C-8619-1673-0F2E-3CB84305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0332F-1B50-9961-7CC9-07798391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1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0E10-72E2-D3F5-A125-B7914F6AB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7E39D-14AC-544E-E114-104B8C69236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40524-F82B-A604-0F08-193297BCE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3348-3C3F-CF87-1C32-8D999EE01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84F98-CD36-538A-E561-6B942A8C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A0C6F-4BF3-8E34-5FCB-D981E782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5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2F11-EA66-5510-51A8-DAE64420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3F382-71E6-DFB6-90DE-75E192FFB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6CE0A-BA8E-CDD8-F6BC-0D09DC70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A72A-638E-6878-4837-9B2B77F9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58040-C15D-9E48-7439-580A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8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7BCBD-6AFD-4925-EC27-BCEF8ED62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B31DC-6405-0DDF-F417-5514E9D3C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537AF-A90E-2006-B094-94D7EACB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6B06-42FB-E08D-9C2B-8FB6EFB9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4E89-BF91-512E-1E21-6C68DACB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1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B7407-2090-D2DB-3A20-0FA50174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3139-C43F-7714-46DD-793603B2B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DF424-571C-594B-400D-14F8B82CD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5954E-464D-43AF-AEAC-67A6DB909AF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B4580-B23E-314C-D63A-7CC6FDC66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97A43-1E3B-204B-BF39-071885EAF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4B9E7-D107-4CF5-93B0-A95C2E38E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E5B2-FD68-A9DA-137D-3198D81950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CA2D4-255C-6DE3-9D30-7C2564CC26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EXSAD: WELCOME NEW TEAM CS2 – EXSAD">
            <a:extLst>
              <a:ext uri="{FF2B5EF4-FFF2-40B4-BE49-F238E27FC236}">
                <a16:creationId xmlns:a16="http://schemas.microsoft.com/office/drawing/2014/main" id="{7F6AC3AD-4EED-DDA0-93AF-FB19D25BC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9708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8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C878-F22F-C655-FB1E-8381D20E5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94F24-1D09-B216-CB01-3B4E63327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9837ED-DD24-91E0-60B8-333308866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409"/>
            <a:ext cx="5159187" cy="6485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50BD8A-FE93-B973-05BB-0B0F7EDC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720" y="186409"/>
            <a:ext cx="5189670" cy="4900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80CAE8-7122-F622-FC05-D19344A99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333" y="2316163"/>
            <a:ext cx="2705334" cy="20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5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7CF9-068A-E821-9E22-24E55809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54C7-C31A-6B69-EB9C-A6B4B9FC2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Uma </a:t>
            </a:r>
            <a:r>
              <a:rPr lang="en-GB" dirty="0" err="1"/>
              <a:t>parte</a:t>
            </a:r>
            <a:r>
              <a:rPr lang="en-GB" dirty="0"/>
              <a:t> </a:t>
            </a:r>
            <a:r>
              <a:rPr lang="en-GB" dirty="0" err="1"/>
              <a:t>mais</a:t>
            </a:r>
            <a:r>
              <a:rPr lang="en-GB" dirty="0"/>
              <a:t> </a:t>
            </a:r>
            <a:r>
              <a:rPr lang="en-GB" dirty="0" err="1"/>
              <a:t>fina</a:t>
            </a:r>
            <a:r>
              <a:rPr lang="en-GB" dirty="0"/>
              <a:t>, </a:t>
            </a:r>
            <a:r>
              <a:rPr lang="en-GB" dirty="0" err="1"/>
              <a:t>outra</a:t>
            </a:r>
            <a:r>
              <a:rPr lang="en-GB" dirty="0"/>
              <a:t> </a:t>
            </a:r>
            <a:r>
              <a:rPr lang="en-GB" dirty="0" err="1"/>
              <a:t>mais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Grossa</a:t>
            </a:r>
          </a:p>
          <a:p>
            <a:r>
              <a:rPr lang="en-GB" dirty="0" err="1"/>
              <a:t>Repete</a:t>
            </a:r>
            <a:r>
              <a:rPr lang="en-GB" dirty="0"/>
              <a:t>-se o </a:t>
            </a:r>
            <a:r>
              <a:rPr lang="en-GB" dirty="0" err="1"/>
              <a:t>mesmo</a:t>
            </a:r>
            <a:r>
              <a:rPr lang="en-GB" dirty="0"/>
              <a:t> </a:t>
            </a:r>
            <a:r>
              <a:rPr lang="en-GB" dirty="0" err="1"/>
              <a:t>tipo</a:t>
            </a:r>
            <a:r>
              <a:rPr lang="en-GB" dirty="0"/>
              <a:t> de curva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letras</a:t>
            </a:r>
            <a:endParaRPr lang="en-US" dirty="0"/>
          </a:p>
          <a:p>
            <a:r>
              <a:rPr lang="en-US" dirty="0" err="1"/>
              <a:t>Repetem</a:t>
            </a:r>
            <a:r>
              <a:rPr lang="en-US" dirty="0"/>
              <a:t>-se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termianis</a:t>
            </a:r>
            <a:r>
              <a:rPr lang="en-US" dirty="0"/>
              <a:t> </a:t>
            </a:r>
            <a:r>
              <a:rPr lang="en-US" dirty="0" err="1"/>
              <a:t>numas</a:t>
            </a:r>
            <a:r>
              <a:rPr lang="en-US" dirty="0"/>
              <a:t> </a:t>
            </a:r>
            <a:r>
              <a:rPr lang="en-US" dirty="0" err="1"/>
              <a:t>letras</a:t>
            </a:r>
            <a:r>
              <a:rPr lang="en-US" dirty="0"/>
              <a:t> e outros </a:t>
            </a:r>
            <a:r>
              <a:rPr lang="en-US" dirty="0" err="1"/>
              <a:t>noutras</a:t>
            </a:r>
            <a:endParaRPr lang="en-US" dirty="0"/>
          </a:p>
          <a:p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letras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simples,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regulares</a:t>
            </a:r>
            <a:r>
              <a:rPr lang="en-US" dirty="0"/>
              <a:t> mas com </a:t>
            </a:r>
            <a:r>
              <a:rPr lang="en-US" dirty="0" err="1"/>
              <a:t>caracteristicas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das </a:t>
            </a:r>
            <a:r>
              <a:rPr lang="en-US" dirty="0" err="1"/>
              <a:t>letras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de ter para haver </a:t>
            </a:r>
            <a:r>
              <a:rPr lang="en-US" dirty="0" err="1"/>
              <a:t>regra</a:t>
            </a:r>
            <a:r>
              <a:rPr lang="en-US" dirty="0"/>
              <a:t>/</a:t>
            </a:r>
            <a:r>
              <a:rPr lang="en-US" dirty="0" err="1"/>
              <a:t>disciplina</a:t>
            </a:r>
            <a:endParaRPr lang="en-US" dirty="0"/>
          </a:p>
          <a:p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letras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inclinadas</a:t>
            </a:r>
            <a:r>
              <a:rPr lang="en-US" dirty="0"/>
              <a:t> mas </a:t>
            </a:r>
            <a:r>
              <a:rPr lang="en-US" dirty="0" err="1"/>
              <a:t>respeitam</a:t>
            </a:r>
            <a:r>
              <a:rPr lang="en-US" dirty="0"/>
              <a:t> a </a:t>
            </a:r>
            <a:r>
              <a:rPr lang="en-US" dirty="0" err="1"/>
              <a:t>diciplina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29E319-F444-4105-EE14-F2B3DAD41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391" y="789812"/>
            <a:ext cx="5121084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1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CD0B-5025-B4AE-D414-29953E2F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74BF4-6F74-9F95-B97C-303099AFC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err="1"/>
              <a:t>Todas</a:t>
            </a:r>
            <a:r>
              <a:rPr lang="en-GB" dirty="0"/>
              <a:t> as </a:t>
            </a:r>
            <a:r>
              <a:rPr lang="en-GB" dirty="0" err="1"/>
              <a:t>letras</a:t>
            </a:r>
            <a:r>
              <a:rPr lang="en-GB" dirty="0"/>
              <a:t> </a:t>
            </a:r>
            <a:r>
              <a:rPr lang="en-GB" dirty="0" err="1"/>
              <a:t>devem</a:t>
            </a:r>
            <a:r>
              <a:rPr lang="en-GB" dirty="0"/>
              <a:t> ter formas </a:t>
            </a:r>
            <a:r>
              <a:rPr lang="en-GB" dirty="0" err="1"/>
              <a:t>regulares</a:t>
            </a:r>
            <a:r>
              <a:rPr lang="en-GB" dirty="0"/>
              <a:t> </a:t>
            </a:r>
            <a:r>
              <a:rPr lang="en-GB" dirty="0" err="1"/>
              <a:t>nos</a:t>
            </a:r>
            <a:r>
              <a:rPr lang="en-GB" dirty="0"/>
              <a:t> </a:t>
            </a:r>
            <a:r>
              <a:rPr lang="en-GB" dirty="0" err="1"/>
              <a:t>limiares</a:t>
            </a:r>
            <a:r>
              <a:rPr lang="en-GB" dirty="0"/>
              <a:t> , mas </a:t>
            </a:r>
            <a:r>
              <a:rPr lang="en-GB" dirty="0" err="1"/>
              <a:t>algumas</a:t>
            </a:r>
            <a:r>
              <a:rPr lang="en-GB" dirty="0"/>
              <a:t> </a:t>
            </a:r>
            <a:r>
              <a:rPr lang="en-GB" dirty="0" err="1"/>
              <a:t>dentro</a:t>
            </a:r>
            <a:r>
              <a:rPr lang="en-GB" dirty="0"/>
              <a:t> delas </a:t>
            </a:r>
            <a:r>
              <a:rPr lang="en-GB" dirty="0" err="1"/>
              <a:t>podem</a:t>
            </a:r>
            <a:r>
              <a:rPr lang="en-GB" dirty="0"/>
              <a:t> haver saliencies </a:t>
            </a:r>
            <a:r>
              <a:rPr lang="en-GB" dirty="0" err="1"/>
              <a:t>diferentes</a:t>
            </a:r>
            <a:r>
              <a:rPr lang="en-GB" dirty="0"/>
              <a:t>,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exemplono</a:t>
            </a:r>
            <a:r>
              <a:rPr lang="en-GB" dirty="0"/>
              <a:t> R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 de </a:t>
            </a:r>
            <a:r>
              <a:rPr lang="en-GB" dirty="0" err="1"/>
              <a:t>fechas</a:t>
            </a:r>
            <a:r>
              <a:rPr lang="en-GB" dirty="0"/>
              <a:t> com um </a:t>
            </a:r>
            <a:r>
              <a:rPr lang="en-GB" dirty="0" err="1"/>
              <a:t>traço</a:t>
            </a:r>
            <a:r>
              <a:rPr lang="en-GB" dirty="0"/>
              <a:t> horizontal “-” </a:t>
            </a:r>
            <a:r>
              <a:rPr lang="en-GB" dirty="0" err="1"/>
              <a:t>fecha</a:t>
            </a:r>
            <a:r>
              <a:rPr lang="en-GB" dirty="0"/>
              <a:t> com um </a:t>
            </a:r>
            <a:r>
              <a:rPr lang="en-GB" dirty="0" err="1"/>
              <a:t>traço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diagonal “/” e </a:t>
            </a:r>
            <a:r>
              <a:rPr lang="en-GB" dirty="0" err="1"/>
              <a:t>seupostamente</a:t>
            </a:r>
            <a:r>
              <a:rPr lang="en-GB" dirty="0"/>
              <a:t> </a:t>
            </a:r>
            <a:r>
              <a:rPr lang="en-GB" dirty="0" err="1"/>
              <a:t>todas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fecham</a:t>
            </a:r>
            <a:r>
              <a:rPr lang="en-GB" dirty="0"/>
              <a:t> “-” </a:t>
            </a:r>
            <a:r>
              <a:rPr lang="en-GB" dirty="0" err="1"/>
              <a:t>passam</a:t>
            </a:r>
            <a:r>
              <a:rPr lang="en-GB" dirty="0"/>
              <a:t> </a:t>
            </a:r>
            <a:r>
              <a:rPr lang="en-GB" dirty="0" err="1"/>
              <a:t>tambema</a:t>
            </a:r>
            <a:r>
              <a:rPr lang="en-GB" dirty="0"/>
              <a:t>  </a:t>
            </a:r>
            <a:r>
              <a:rPr lang="en-GB" dirty="0" err="1"/>
              <a:t>fechar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diagonal mas </a:t>
            </a:r>
            <a:r>
              <a:rPr lang="en-GB" dirty="0" err="1"/>
              <a:t>podem</a:t>
            </a:r>
            <a:r>
              <a:rPr lang="en-GB" dirty="0"/>
              <a:t> ter um </a:t>
            </a:r>
            <a:r>
              <a:rPr lang="en-GB" dirty="0" err="1"/>
              <a:t>desenho</a:t>
            </a:r>
            <a:r>
              <a:rPr lang="en-GB" dirty="0"/>
              <a:t> </a:t>
            </a:r>
            <a:r>
              <a:rPr lang="en-GB" dirty="0" err="1"/>
              <a:t>diferente</a:t>
            </a:r>
            <a:r>
              <a:rPr lang="en-GB" dirty="0"/>
              <a:t>.</a:t>
            </a:r>
          </a:p>
          <a:p>
            <a:r>
              <a:rPr lang="en-US" dirty="0"/>
              <a:t>Outro </a:t>
            </a:r>
            <a:r>
              <a:rPr lang="en-US" dirty="0" err="1"/>
              <a:t>exemplo</a:t>
            </a:r>
            <a:r>
              <a:rPr lang="en-US" dirty="0"/>
              <a:t> seria o E,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vez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de ter um </a:t>
            </a:r>
            <a:r>
              <a:rPr lang="en-US" dirty="0" err="1"/>
              <a:t>traço</a:t>
            </a:r>
            <a:r>
              <a:rPr lang="en-US" dirty="0"/>
              <a:t> no </a:t>
            </a:r>
            <a:r>
              <a:rPr lang="en-US" dirty="0" err="1"/>
              <a:t>meio</a:t>
            </a:r>
            <a:r>
              <a:rPr lang="en-US" dirty="0"/>
              <a:t>, </a:t>
            </a:r>
            <a:r>
              <a:rPr lang="en-US" dirty="0" err="1"/>
              <a:t>tem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acima</a:t>
            </a:r>
            <a:r>
              <a:rPr lang="en-US" dirty="0"/>
              <a:t>, mas </a:t>
            </a:r>
            <a:r>
              <a:rPr lang="en-US" dirty="0" err="1"/>
              <a:t>ainda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Tem </a:t>
            </a:r>
            <a:r>
              <a:rPr lang="en-US" dirty="0" err="1"/>
              <a:t>uma</a:t>
            </a:r>
            <a:r>
              <a:rPr lang="en-US" dirty="0"/>
              <a:t> forma regular </a:t>
            </a:r>
            <a:r>
              <a:rPr lang="en-US" dirty="0" err="1"/>
              <a:t>nos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Limiares</a:t>
            </a:r>
            <a:r>
              <a:rPr lang="en-US" dirty="0"/>
              <a:t> </a:t>
            </a:r>
            <a:r>
              <a:rPr lang="en-US" dirty="0" err="1"/>
              <a:t>exteriores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47C08-C839-0636-711E-7ED0F608C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919" y="3835400"/>
            <a:ext cx="1226456" cy="2146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9B6D59-B1EA-1616-A618-6D12FFC7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418" y="4250148"/>
            <a:ext cx="970716" cy="17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5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5587E-0DF0-0C43-DFF1-562F4501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CERTAS LETRAS TEM DE TER A MESMA FORMA POR EXEMPLO “C” E O “E” </a:t>
            </a:r>
            <a:endParaRPr lang="en-US" dirty="0"/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B4531A7-DA1B-D037-0FD4-C52D750F1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296" y="5665346"/>
            <a:ext cx="5865904" cy="1126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7D5E25-AE5F-F4AD-D51E-EEE44321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417" y="3594727"/>
            <a:ext cx="4152650" cy="7725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A60065-FA13-49DD-A107-2C11B8840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101" y="4473833"/>
            <a:ext cx="4415536" cy="8311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A8D08A-2633-A015-6D10-7B6D74F8B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4164" y="1907215"/>
            <a:ext cx="2042337" cy="4343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697296F-C660-2054-40F1-D606B90C21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895" y="2588035"/>
            <a:ext cx="4054892" cy="8817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A06C63-DA9F-3179-2301-391B0055F6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1200" y="3429000"/>
            <a:ext cx="4696437" cy="10262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D58412-727D-BD20-EEF2-3014D0556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164" y="4697522"/>
            <a:ext cx="6035563" cy="9678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ABAD8E-A649-3DDD-BD57-D924D7154E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1673" y="1056864"/>
            <a:ext cx="2581074" cy="209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9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C05266-FCF2-25F3-66C3-3BF12CD7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42" y="1574800"/>
            <a:ext cx="9383040" cy="16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20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163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CERTAS LETRAS TEM DE TER A MESMA FORMA POR EXEMPLO “C” E O “E”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Tomás Do Nascimento Borges</dc:creator>
  <cp:lastModifiedBy>Tomás Do Nascimento Borges</cp:lastModifiedBy>
  <cp:revision>6</cp:revision>
  <dcterms:created xsi:type="dcterms:W3CDTF">2026-10-22T12:02:28Z</dcterms:created>
  <dcterms:modified xsi:type="dcterms:W3CDTF">2026-10-23T14:34:32Z</dcterms:modified>
</cp:coreProperties>
</file>